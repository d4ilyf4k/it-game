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f9ac610c24003" /><Relationship Type="http://schemas.openxmlformats.org/officeDocument/2006/relationships/extended-properties" Target="/docProps/app.xml" Id="R2fa1b854443b4b0a" /><Relationship Type="http://schemas.openxmlformats.org/officeDocument/2006/relationships/officeDocument" Target="/ppt/presentation.xml" Id="Rd73a051167c4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443589482f41f4"/>
  </p:sldMasterIdLst>
  <p:notesMasterIdLst>
    <p:notesMasterId xmlns:r="http://schemas.openxmlformats.org/officeDocument/2006/relationships" r:id="Rdac9f5cf1289451f"/>
  </p:notesMasterIdLst>
  <p:sldIdLst>
    <p:sldId xmlns:r="http://schemas.openxmlformats.org/officeDocument/2006/relationships" id="256" r:id="R567c4ccd338b4449"/>
    <p:sldId xmlns:r="http://schemas.openxmlformats.org/officeDocument/2006/relationships" id="257" r:id="Rf86ec6e96f474b8e"/>
    <p:sldId xmlns:r="http://schemas.openxmlformats.org/officeDocument/2006/relationships" id="258" r:id="R4769348011294a18"/>
    <p:sldId xmlns:r="http://schemas.openxmlformats.org/officeDocument/2006/relationships" id="259" r:id="R52986cc364b24147"/>
    <p:sldId xmlns:r="http://schemas.openxmlformats.org/officeDocument/2006/relationships" id="260" r:id="R76c8ac6722cc44be"/>
    <p:sldId xmlns:r="http://schemas.openxmlformats.org/officeDocument/2006/relationships" id="261" r:id="R4ef5dcb552e84ef5"/>
    <p:sldId xmlns:r="http://schemas.openxmlformats.org/officeDocument/2006/relationships" id="262" r:id="R33b98a276bd2408b"/>
    <p:sldId xmlns:r="http://schemas.openxmlformats.org/officeDocument/2006/relationships" id="263" r:id="Rbdd073ce9ca24329"/>
    <p:sldId xmlns:r="http://schemas.openxmlformats.org/officeDocument/2006/relationships" id="264" r:id="R26e6a87f2599423f"/>
    <p:sldId xmlns:r="http://schemas.openxmlformats.org/officeDocument/2006/relationships" id="265" r:id="Reb8259c2a4134591"/>
    <p:sldId xmlns:r="http://schemas.openxmlformats.org/officeDocument/2006/relationships" id="266" r:id="R19696251874f4ac0"/>
    <p:sldId xmlns:r="http://schemas.openxmlformats.org/officeDocument/2006/relationships" id="267" r:id="R21b77e94b6f34709"/>
    <p:sldId xmlns:r="http://schemas.openxmlformats.org/officeDocument/2006/relationships" id="268" r:id="R5f3460ac9dc14f57"/>
    <p:sldId xmlns:r="http://schemas.openxmlformats.org/officeDocument/2006/relationships" id="269" r:id="Rc3985844b27c4b84"/>
    <p:sldId xmlns:r="http://schemas.openxmlformats.org/officeDocument/2006/relationships" id="270" r:id="R7ef74dc94a954141"/>
    <p:sldId xmlns:r="http://schemas.openxmlformats.org/officeDocument/2006/relationships" id="271" r:id="R527c112bddb24166"/>
    <p:sldId xmlns:r="http://schemas.openxmlformats.org/officeDocument/2006/relationships" id="272" r:id="R8d5626c27a9b4ef7"/>
    <p:sldId xmlns:r="http://schemas.openxmlformats.org/officeDocument/2006/relationships" id="273" r:id="Ra7726350398a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0ec748458749f4" /><Relationship Type="http://schemas.openxmlformats.org/officeDocument/2006/relationships/slideMaster" Target="/ppt/slideMasters/slideMaster1.xml" Id="R06443589482f41f4" /><Relationship Type="http://schemas.openxmlformats.org/officeDocument/2006/relationships/notesMaster" Target="/ppt/notesMasters/notesMaster1.xml" Id="Rdac9f5cf1289451f" /><Relationship Type="http://schemas.openxmlformats.org/officeDocument/2006/relationships/presProps" Target="/ppt/presProps.xml" Id="R533c864dd3bd4f9c" /><Relationship Type="http://schemas.openxmlformats.org/officeDocument/2006/relationships/tableStyles" Target="/ppt/tableStyles.xml" Id="R4e025c70cf4a47f0" /><Relationship Type="http://schemas.openxmlformats.org/officeDocument/2006/relationships/slide" Target="/ppt/slides/slide1.xml" Id="R567c4ccd338b4449" /><Relationship Type="http://schemas.openxmlformats.org/officeDocument/2006/relationships/slide" Target="/ppt/slides/slide2.xml" Id="Rf86ec6e96f474b8e" /><Relationship Type="http://schemas.openxmlformats.org/officeDocument/2006/relationships/slide" Target="/ppt/slides/slide3.xml" Id="R4769348011294a18" /><Relationship Type="http://schemas.openxmlformats.org/officeDocument/2006/relationships/slide" Target="/ppt/slides/slide4.xml" Id="R52986cc364b24147" /><Relationship Type="http://schemas.openxmlformats.org/officeDocument/2006/relationships/slide" Target="/ppt/slides/slide5.xml" Id="R76c8ac6722cc44be" /><Relationship Type="http://schemas.openxmlformats.org/officeDocument/2006/relationships/slide" Target="/ppt/slides/slide6.xml" Id="R4ef5dcb552e84ef5" /><Relationship Type="http://schemas.openxmlformats.org/officeDocument/2006/relationships/slide" Target="/ppt/slides/slide7.xml" Id="R33b98a276bd2408b" /><Relationship Type="http://schemas.openxmlformats.org/officeDocument/2006/relationships/slide" Target="/ppt/slides/slide8.xml" Id="Rbdd073ce9ca24329" /><Relationship Type="http://schemas.openxmlformats.org/officeDocument/2006/relationships/slide" Target="/ppt/slides/slide9.xml" Id="R26e6a87f2599423f" /><Relationship Type="http://schemas.openxmlformats.org/officeDocument/2006/relationships/slide" Target="/ppt/slides/slide10.xml" Id="Reb8259c2a4134591" /><Relationship Type="http://schemas.openxmlformats.org/officeDocument/2006/relationships/slide" Target="/ppt/slides/slide11.xml" Id="R19696251874f4ac0" /><Relationship Type="http://schemas.openxmlformats.org/officeDocument/2006/relationships/slide" Target="/ppt/slides/slide12.xml" Id="R21b77e94b6f34709" /><Relationship Type="http://schemas.openxmlformats.org/officeDocument/2006/relationships/slide" Target="/ppt/slides/slide13.xml" Id="R5f3460ac9dc14f57" /><Relationship Type="http://schemas.openxmlformats.org/officeDocument/2006/relationships/slide" Target="/ppt/slides/slide14.xml" Id="Rc3985844b27c4b84" /><Relationship Type="http://schemas.openxmlformats.org/officeDocument/2006/relationships/slide" Target="/ppt/slides/slide15.xml" Id="R7ef74dc94a954141" /><Relationship Type="http://schemas.openxmlformats.org/officeDocument/2006/relationships/slide" Target="/ppt/slides/slide16.xml" Id="R527c112bddb24166" /><Relationship Type="http://schemas.openxmlformats.org/officeDocument/2006/relationships/slide" Target="/ppt/slides/slide17.xml" Id="R8d5626c27a9b4ef7" /><Relationship Type="http://schemas.openxmlformats.org/officeDocument/2006/relationships/slide" Target="/ppt/slides/slide18.xml" Id="Ra7726350398a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e2c3d65f24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73850ea844131" /><Relationship Type="http://schemas.openxmlformats.org/officeDocument/2006/relationships/notesMaster" Target="/ppt/notesMasters/notesMaster1.xml" Id="Rfbc3f8c61efe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19741253fd4bbd" /><Relationship Type="http://schemas.openxmlformats.org/officeDocument/2006/relationships/notesMaster" Target="/ppt/notesMasters/notesMaster1.xml" Id="Re72c9d8e933a4b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240ffdd351484d" /><Relationship Type="http://schemas.openxmlformats.org/officeDocument/2006/relationships/notesMaster" Target="/ppt/notesMasters/notesMaster1.xml" Id="Rd28bf9cc0fa447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b4b59156164740" /><Relationship Type="http://schemas.openxmlformats.org/officeDocument/2006/relationships/notesMaster" Target="/ppt/notesMasters/notesMaster1.xml" Id="R436db453090843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97f620179a42b0" /><Relationship Type="http://schemas.openxmlformats.org/officeDocument/2006/relationships/notesMaster" Target="/ppt/notesMasters/notesMaster1.xml" Id="R2d724c2608ba4a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866a7355fe4941" /><Relationship Type="http://schemas.openxmlformats.org/officeDocument/2006/relationships/notesMaster" Target="/ppt/notesMasters/notesMaster1.xml" Id="Rfbc396df82004e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d56950c47d4817" /><Relationship Type="http://schemas.openxmlformats.org/officeDocument/2006/relationships/notesMaster" Target="/ppt/notesMasters/notesMaster1.xml" Id="R4ddd80cecd1940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face5099744b97" /><Relationship Type="http://schemas.openxmlformats.org/officeDocument/2006/relationships/notesMaster" Target="/ppt/notesMasters/notesMaster1.xml" Id="R69fc65eee28a4e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caa0806299442b" /><Relationship Type="http://schemas.openxmlformats.org/officeDocument/2006/relationships/notesMaster" Target="/ppt/notesMasters/notesMaster1.xml" Id="R8f9f6ac4978d4e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2df1ab52654f9f" /><Relationship Type="http://schemas.openxmlformats.org/officeDocument/2006/relationships/notesMaster" Target="/ppt/notesMasters/notesMaster1.xml" Id="Rd06e8c53dc5b4d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ba0d7b83374a27" /><Relationship Type="http://schemas.openxmlformats.org/officeDocument/2006/relationships/notesMaster" Target="/ppt/notesMasters/notesMaster1.xml" Id="R6ea95b478d5448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5a866c12b742bf" /><Relationship Type="http://schemas.openxmlformats.org/officeDocument/2006/relationships/notesMaster" Target="/ppt/notesMasters/notesMaster1.xml" Id="Rce93ab6dfca948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dfb7b3369b46fd" /><Relationship Type="http://schemas.openxmlformats.org/officeDocument/2006/relationships/notesMaster" Target="/ppt/notesMasters/notesMaster1.xml" Id="R8dbc1208fad449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5b2e4df6d34ab4" /><Relationship Type="http://schemas.openxmlformats.org/officeDocument/2006/relationships/notesMaster" Target="/ppt/notesMasters/notesMaster1.xml" Id="R6f025913d62142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fed250bc234c30" /><Relationship Type="http://schemas.openxmlformats.org/officeDocument/2006/relationships/notesMaster" Target="/ppt/notesMasters/notesMaster1.xml" Id="R36971f07da5c4e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b2b757dabe4605" /><Relationship Type="http://schemas.openxmlformats.org/officeDocument/2006/relationships/notesMaster" Target="/ppt/notesMasters/notesMaster1.xml" Id="Rf8ba8e980664498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78e1b4b639406b" /><Relationship Type="http://schemas.openxmlformats.org/officeDocument/2006/relationships/notesMaster" Target="/ppt/notesMasters/notesMaster1.xml" Id="R1b3f490205904d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9f0d38cb1b4b21" /><Relationship Type="http://schemas.openxmlformats.org/officeDocument/2006/relationships/notesMaster" Target="/ppt/notesMasters/notesMaster1.xml" Id="R665261ed8d4948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защиту выбором профессии, а не перечислением технологий. Сначала дать аудитории увидеть продукт.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Кейс банка Центр-инвест: браузерная игра о профессии для подростков до 16 лет. Не заявлять доказанный образовательный эффект.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Две минуты относятся к обычному режиму. Есть режимы 150 и 90 секунд. Это структура реализованной версии.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Игровая логика не зависит от DOM и WebGL. Это позволяет тестировать её отдельно. Отсутствие фреймворка — выбор под текущий масштаб, не универсальная рекомендация.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Сокращённый фрагмент dist/engine.js. Это целостность локальной игры, не серверный античит. Импорт отдельно валидирует структуру состояния, а не доказывает честность его происхождения.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node --test tests/engine.test.js. Автоматический сценарий завершает компанию на 20-м игровом дне при выбранной стратегии. Это не замер реального времени пользователя. Мобильный парк устройств не тестировался.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Демонстрация фактически реализованных механик DevLife 2.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референсов: https://www.greenheartgames.com/ и https://tomorrowcorporation.com/humanresourcemachine . Состав команды автор просил заполнить позже.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Публичное размещение и QR отложены по решению автора. Адрес localhost работает только на Mac, где запущен сервер. Для внешнего жюри требуется отдельное согласованное размещение.</a:t>
            </a:r>
          </a:p>
          <a:p xmlns:a="http://schemas.openxmlformats.org/drawingml/2006/main">
            <a:r>
              <a:t>Источники: исходный кейс и запрос автора, код dist/engine.js, dist/app.js, dist/content.js и результаты tests/engine.test.js. Скриншоты сделаны в работающем локальном приложении.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f8aad5c614b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f3f3b2ddf4d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c1c44acae4c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8f05e5c9743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0f8347d114f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f0449beef48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73C292-F804-4EBB-A0F2-EB76F57C6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9128E2-DB4A-4D9B-8495-00E8A40DA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87247B-1CCB-44C6-9EDE-5861F0DF50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E73595-51DD-4DC0-9F46-5CFEC9A403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A59C79-627B-4575-BC7C-61F724FF25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4B1850-38ED-44F6-98B4-D5CF5A08F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58DA47-9235-4095-B953-52BCD4A834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A97C9A3-8644-4735-A890-B2C744EE2A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DB90A4-19FE-4091-BF04-99B01CBCED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035430-7B06-4067-B407-F3BA6333C2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bf5ee977e84529" /><Relationship Type="http://schemas.openxmlformats.org/officeDocument/2006/relationships/slideLayout" Target="/ppt/slideLayouts/slideLayout1.xml" Id="R383a04fd37044c4c" /><Relationship Type="http://schemas.openxmlformats.org/officeDocument/2006/relationships/slideLayout" Target="/ppt/slideLayouts/slideLayout2.xml" Id="R22c6d5d6335f4b38" /><Relationship Type="http://schemas.openxmlformats.org/officeDocument/2006/relationships/slideLayout" Target="/ppt/slideLayouts/slideLayout3.xml" Id="R4300c0db3f424595" /><Relationship Type="http://schemas.openxmlformats.org/officeDocument/2006/relationships/slideLayout" Target="/ppt/slideLayouts/slideLayout4.xml" Id="R604e17e306c149b3" /><Relationship Type="http://schemas.openxmlformats.org/officeDocument/2006/relationships/slideLayout" Target="/ppt/slideLayouts/slideLayout5.xml" Id="R2561842aef5f4215" /><Relationship Type="http://schemas.openxmlformats.org/officeDocument/2006/relationships/slideLayout" Target="/ppt/slideLayouts/slideLayout6.xml" Id="R4f67f97839d247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3a04fd37044c4c"/>
    <p:sldLayoutId xmlns:r="http://schemas.openxmlformats.org/officeDocument/2006/relationships" id="2147483650" r:id="R22c6d5d6335f4b38"/>
    <p:sldLayoutId xmlns:r="http://schemas.openxmlformats.org/officeDocument/2006/relationships" id="2147483651" r:id="R4300c0db3f424595"/>
    <p:sldLayoutId xmlns:r="http://schemas.openxmlformats.org/officeDocument/2006/relationships" id="2147483652" r:id="R604e17e306c149b3"/>
    <p:sldLayoutId xmlns:r="http://schemas.openxmlformats.org/officeDocument/2006/relationships" id="2147483653" r:id="R2561842aef5f4215"/>
    <p:sldLayoutId xmlns:r="http://schemas.openxmlformats.org/officeDocument/2006/relationships" id="2147483654" r:id="R4f67f97839d247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c86b135c78493e" /><Relationship Type="http://schemas.openxmlformats.org/officeDocument/2006/relationships/notesSlide" Target="/ppt/notesSlides/notesSlide1.xml" Id="Rd2ef8eafb38e47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f912f279594dce" /><Relationship Type="http://schemas.openxmlformats.org/officeDocument/2006/relationships/notesSlide" Target="/ppt/notesSlides/notesSlide2.xml" Id="Rc4ea928eee4547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0b8891fc4f4dd5" /><Relationship Type="http://schemas.openxmlformats.org/officeDocument/2006/relationships/image" Target="/ppt/media/image.jpeg" Id="R2568bed54b0c4a7d" /><Relationship Type="http://schemas.openxmlformats.org/officeDocument/2006/relationships/notesSlide" Target="/ppt/notesSlides/notesSlide3.xml" Id="R2a930fcfd584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aff094b77431d" /><Relationship Type="http://schemas.openxmlformats.org/officeDocument/2006/relationships/notesSlide" Target="/ppt/notesSlides/notesSlide4.xml" Id="Rf721d1d1df9c42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c965e52454a13" /><Relationship Type="http://schemas.openxmlformats.org/officeDocument/2006/relationships/image" Target="/ppt/media/image2.jpeg" Id="R86e23e3446bd43c9" /><Relationship Type="http://schemas.openxmlformats.org/officeDocument/2006/relationships/notesSlide" Target="/ppt/notesSlides/notesSlide5.xml" Id="R27ec0654fd414f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19e11f47948f0" /><Relationship Type="http://schemas.openxmlformats.org/officeDocument/2006/relationships/image" Target="/ppt/media/image3.jpeg" Id="Rf9ba42d70771433f" /><Relationship Type="http://schemas.openxmlformats.org/officeDocument/2006/relationships/notesSlide" Target="/ppt/notesSlides/notesSlide6.xml" Id="Rb9da9dcdc2a441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0d650d98f45b0" /><Relationship Type="http://schemas.openxmlformats.org/officeDocument/2006/relationships/image" Target="/ppt/media/image4.jpeg" Id="R76c4b06cc9ea4a82" /><Relationship Type="http://schemas.openxmlformats.org/officeDocument/2006/relationships/notesSlide" Target="/ppt/notesSlides/notesSlide7.xml" Id="R38a19a176d1441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8b287bc00148da" /><Relationship Type="http://schemas.openxmlformats.org/officeDocument/2006/relationships/image" Target="/ppt/media/image5.jpeg" Id="R37c2c00016364d63" /><Relationship Type="http://schemas.openxmlformats.org/officeDocument/2006/relationships/notesSlide" Target="/ppt/notesSlides/notesSlide8.xml" Id="R242b975d61fd4b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91a62461c2419a" /><Relationship Type="http://schemas.openxmlformats.org/officeDocument/2006/relationships/image" Target="/ppt/media/image6.jpeg" Id="R89cb781d8d9d49ab" /><Relationship Type="http://schemas.openxmlformats.org/officeDocument/2006/relationships/notesSlide" Target="/ppt/notesSlides/notesSlide9.xml" Id="R0c9543ae9f3644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7423dcf844d97" /><Relationship Type="http://schemas.openxmlformats.org/officeDocument/2006/relationships/image" Target="/ppt/media/image7.jpeg" Id="R62d81c0bc72e432d" /><Relationship Type="http://schemas.openxmlformats.org/officeDocument/2006/relationships/notesSlide" Target="/ppt/notesSlides/notesSlide10.xml" Id="R335e35ff939447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fc53d5ab884ce0" /><Relationship Type="http://schemas.openxmlformats.org/officeDocument/2006/relationships/notesSlide" Target="/ppt/notesSlides/notesSlide11.xml" Id="R927a307a9b7340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031a611294942" /><Relationship Type="http://schemas.openxmlformats.org/officeDocument/2006/relationships/notesSlide" Target="/ppt/notesSlides/notesSlide12.xml" Id="Rc444fb25e88f42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9111d573a4efd" /><Relationship Type="http://schemas.openxmlformats.org/officeDocument/2006/relationships/notesSlide" Target="/ppt/notesSlides/notesSlide13.xml" Id="Rc39a62b1572948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babda52cb424e" /><Relationship Type="http://schemas.openxmlformats.org/officeDocument/2006/relationships/notesSlide" Target="/ppt/notesSlides/notesSlide14.xml" Id="R6714fa5195424f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a1240cbe64bfc" /><Relationship Type="http://schemas.openxmlformats.org/officeDocument/2006/relationships/notesSlide" Target="/ppt/notesSlides/notesSlide15.xml" Id="R9b97695d3eef46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7dbd3153f415f" /><Relationship Type="http://schemas.openxmlformats.org/officeDocument/2006/relationships/notesSlide" Target="/ppt/notesSlides/notesSlide16.xml" Id="R09ab7286547f414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c9f1475094e1a" /><Relationship Type="http://schemas.openxmlformats.org/officeDocument/2006/relationships/notesSlide" Target="/ppt/notesSlides/notesSlide17.xml" Id="R8cc63437f1004e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83a551a61478b" /><Relationship Type="http://schemas.openxmlformats.org/officeDocument/2006/relationships/notesSlide" Target="/ppt/notesSlides/notesSlide18.xml" Id="Rf337e3a7c0b8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0F684-20BC-4998-BB02-23D9A14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66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FC076-1CAD-4CD4-9823-4E162810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AE0B3-81B1-45D2-8688-C4DD8EF9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625" b="1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8625" b="1">
                <a:solidFill>
                  <a:srgbClr val="F4F5EF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FA433-B710-4F8B-9914-170CE1C7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Попробовать профессию.</a:t>
            </a:r>
          </a:p>
          <a:p xmlns:a="http://schemas.openxmlformats.org/drawingml/2006/main">
            <a:pPr>
              <a:defRPr sz="360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Построить свою историю.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93F3B-D936-4FD1-8CA3-C06BDDA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Пять IT-специальностей в браузерной игре</a:t>
            </a:r>
          </a:p>
          <a:p xmlns:a="http://schemas.openxmlformats.org/drawingml/2006/main">
            <a:pPr>
              <a:defRPr sz="187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Квизы, 3D, карьера и собственная компания</a:t>
            </a:r>
          </a:p>
        </p:txBody>
      </p:sp>
    </p:spTree>
    <p:extLst>
      <p:ext uri="{BB962C8B-B14F-4D97-AF65-F5344CB8AC3E}">
        <p14:creationId xmlns:p14="http://schemas.microsoft.com/office/powerpoint/2010/main" val="15686708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FB68-9598-4C02-AA96-8D243A5A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76754-1C0D-4333-8837-FC66D74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653F9-DB6B-414D-A0B6-F76AA918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Как выбрать профессию,</a:t>
            </a:r>
          </a:p>
          <a:p xmlns:a="http://schemas.openxmlformats.org/drawingml/2006/main">
            <a: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если не пробовал её задачи?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37597-12D2-4D42-A503-C96159D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Наш ответ: короткая игровая проба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8D64B-475F-4926-AAE0-DEA1748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477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Игрок принимает решения, получает объяснение и видит последствия.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Проектная гипотеза: такой опыт поможет сравнить IT-роли осмысленнее. Проверка с подростками ещё впереди.</a:t>
            </a:r>
          </a:p>
        </p:txBody>
      </p:sp>
    </p:spTree>
    <p:extLst>
      <p:ext uri="{BB962C8B-B14F-4D97-AF65-F5344CB8AC3E}">
        <p14:creationId xmlns:p14="http://schemas.microsoft.com/office/powerpoint/2010/main" val="1480455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A3FB4-E07F-4203-946A-4CC94CF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3E487-CB90-4A64-ABE4-5F00E55C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3539F-C27E-4F40-9E4C-432BE67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Пять разных входов в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9AD82-8AE9-4E1E-BDB4-5CCFC738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Защита. Качество.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Код. Интерфейс. Инфраструктура.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6A71E-9FA5-404D-B7DF-0829276B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Кибербезопасность, QA, backend, frontend и системное администрирование.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У каждой роли свои вопросы, 3D-пояснения, действия и профессиональное оборудование.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36ED2-A50B-4CED-B4DB-8268D62CBF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8bed54b0c4a7d"/>
          <a:stretch xmlns:a="http://schemas.openxmlformats.org/drawingml/2006/main"/>
        </p:blipFill>
        <p:spPr>
          <a:xfrm xmlns:a="http://schemas.openxmlformats.org/drawingml/2006/main">
            <a:off x="5820490" y="1905000"/>
            <a:ext cx="4837270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549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6807F-9903-401A-BD2F-3CA4D77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53BFB-5D4E-426C-B22B-B6B1546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25EC9-7D33-428E-9030-D4814A10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Маршрут, который хочется продолжить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31504-C9C5-4E5A-B87D-18B02ED9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6AFB-152F-48E5-B0C1-AF8790C4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Понять 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06F4D-0362-4D43-BB89-BDFBC74B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Четыре вопроса и три шага 3D-процесса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4F88D-4153-4B8B-9977-865C25A9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28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1B1F3-21D7-4B6B-8470-F717E23B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Закрыть инцидент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179C-EA43-48A5-87C9-3B40BEAA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762500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Главный босс: три решения за две минуты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135DA-F9B8-4CF0-A3AB-8725A4C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5D3DA-9BE4-4E9C-BF97-F343CE4E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Вырасти в профессии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B6C4D-8EAE-4187-BD6A-BB140E17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Работа, улучшения и пять карьерных рангов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C4E7E-6892-43AE-8565-62E5F5A1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510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E3D9B5-9FBD-4FDA-92CF-BABA555B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Собрать компанию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179DE-76EA-4DA5-A05E-698A17F0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2381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Выкуп, команда, контракты и расширение</a:t>
            </a:r>
          </a:p>
        </p:txBody>
      </p:sp>
    </p:spTree>
    <p:extLst>
      <p:ext uri="{BB962C8B-B14F-4D97-AF65-F5344CB8AC3E}">
        <p14:creationId xmlns:p14="http://schemas.microsoft.com/office/powerpoint/2010/main" val="18690783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C18F2-E7F3-46DE-8A6B-7B4DCE7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6CC98-9BA5-4F6F-A86F-2797F112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48FEC-C175-4BB5-AB07-3FB93C5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Знакомство через 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BA3494-228B-44FC-927D-8A891578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Вопрос объясняет принцип.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3D показывает процесс.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3DB1A-0216-4480-911A-B5E393C1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Схема разбита на понятные этапы. После ответа игрок получает причину, а не только отметку «верно».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Ошибка во вводном квизе не закрывает доступ к профессии.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DDB63-0B6D-43B3-8F8A-F20D5E2C0D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23e3446bd43c9"/>
          <a:stretch xmlns:a="http://schemas.openxmlformats.org/drawingml/2006/main"/>
        </p:blipFill>
        <p:spPr>
          <a:xfrm xmlns:a="http://schemas.openxmlformats.org/drawingml/2006/main">
            <a:off x="5621729" y="1905000"/>
            <a:ext cx="5234792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477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02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12515-946F-477C-922D-646525BA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66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C5C28-0FA4-4986-BE73-08CF30EB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F8B87-68A2-4FF5-9868-5A0DE220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Босс превращает знания в 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92CE5-9DC6-4427-A297-A756B2A7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120 секунд.</a:t>
            </a:r>
          </a:p>
          <a:p xmlns:a="http://schemas.openxmlformats.org/drawingml/2006/main">
            <a:pPr>
              <a:defRPr sz="23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Три жизни. Три этапа.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4044B-B52A-4AB4-BA7B-1FEE95E7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Аварийная ситуация по выбранной профессии.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Важен осмысленный выбор под ограничением времени. После неудачи можно повторить. Победа открывает карьеру.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19CE3-779F-4233-AFF0-D90E7B17C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a42d70771433f"/>
          <a:stretch xmlns:a="http://schemas.openxmlformats.org/drawingml/2006/main"/>
        </p:blipFill>
        <p:spPr>
          <a:xfrm xmlns:a="http://schemas.openxmlformats.org/drawingml/2006/main">
            <a:off x="5621729" y="1905000"/>
            <a:ext cx="5234792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430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C3E4D-7D97-4AA7-90E4-8E1301D4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1BA1B-E638-4136-8252-1297CC8F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B3D75-047C-4F4D-80E1-FA906619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Карьера начинается после победы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A618B-3B79-4209-B3F5-6DF29EF7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Junior, Middle, Senior,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Senior+ и Тимлид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4073C-E0F1-4500-96C2-CC548590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Рабочая задача приносит опыт и деньги. Дополнительные действия помогают учиться, восстанавливать силы и работать с командой.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Повышение открывает новые покупки и возможности.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BF288-13F1-478C-8BF0-63B88F53D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4b06cc9ea4a82"/>
          <a:stretch xmlns:a="http://schemas.openxmlformats.org/drawingml/2006/main"/>
        </p:blipFill>
        <p:spPr>
          <a:xfrm xmlns:a="http://schemas.openxmlformats.org/drawingml/2006/main">
            <a:off x="6479572" y="1905000"/>
            <a:ext cx="3519106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606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46B75-1668-4076-B830-6E4D075F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65CF6-2C1D-41FD-A524-16B9136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173B1-6F32-47B1-BCDB-BF753448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Покупка меняет рабочий день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20F8-5CBA-4B4C-A57C-7202300E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У каждого улучшения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есть понятная польза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4AA99-9014-4B10-9691-FB205F83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Кресло усиливает отдых. Второй экран добавляет опыт. Профессиональный комплект повышает доход.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Цена, эффект и нужный ранг видны до покупки.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D0355-15E5-4BCA-A082-ADB03C417F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2c00016364d63"/>
          <a:stretch xmlns:a="http://schemas.openxmlformats.org/drawingml/2006/main"/>
        </p:blipFill>
        <p:spPr>
          <a:xfrm xmlns:a="http://schemas.openxmlformats.org/drawingml/2006/main">
            <a:off x="6263766" y="1905000"/>
            <a:ext cx="3950718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106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87972-C765-41A5-9DC9-D98303F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BDFD37-6A19-4B11-8481-C1724DB2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D393D5-CF2B-49CE-88FA-A01841C2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Компания добавляет ответственность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92CF0-C7C0-4521-87C6-5C3DC8C4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Сначала выкуп.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Потом команда и масштаб.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565AA-2D63-45F9-B323-8246C512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Тимлид выкупает бизнес за 3 800 игровых CR. После этого доступны найм и расширение офиса.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Контракты дают доход, сотрудники требуют зарплаты. Решения связаны общей экономикой.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989A8-E45A-435D-B4BD-A6A7F27D5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b781d8d9d49ab"/>
          <a:stretch xmlns:a="http://schemas.openxmlformats.org/drawingml/2006/main"/>
        </p:blipFill>
        <p:spPr>
          <a:xfrm xmlns:a="http://schemas.openxmlformats.org/drawingml/2006/main">
            <a:off x="6481754" y="1905000"/>
            <a:ext cx="3514743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77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4BFAC-C0BE-454F-B7FC-48E9F1E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F01F6-2B30-4B3F-A698-0EF218B3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44961-915E-435B-A241-9625A63E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Прогресс виден в нескольких измерениях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311DE-23FF-400F-B0DC-AD0D600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Специальность, очки,</a:t>
            </a:r>
          </a:p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деньги и команда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10124-96F2-4210-9A14-02629290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952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Рейтинг показывает разные результаты карьеры.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В текущей версии это локальная лига с явно обозначенными NPC. Реальные игроки и доверенный сервер входят в дальнейшее развитие.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F9F23-C9BB-43D2-A87E-9FD3A49952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81c0bc72e432d"/>
          <a:stretch xmlns:a="http://schemas.openxmlformats.org/drawingml/2006/main"/>
        </p:blipFill>
        <p:spPr>
          <a:xfrm xmlns:a="http://schemas.openxmlformats.org/drawingml/2006/main">
            <a:off x="5985834" y="1905000"/>
            <a:ext cx="4506582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09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58893-EA06-4013-BCEE-6F081B31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400C1-4932-401D-A0A5-0B9A272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BF949-33D2-4195-841D-52DEAF7D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Стек под задачу прототипа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BD01-3683-4A15-AD28-01421D19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HTML / CSS / JavaScript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B42C1-7979-446A-8607-BE44BE95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Понятные формы и кнопки.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Адаптивная вёрстка.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Запуск без установки и регистрации.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ES-модули разделяют код без обязательного сборщика.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BDD6-D93B-4941-B756-5D58DDEA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Three.js / WebGL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9B065-4642-407D-96D5-689699B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Интерактивная студия и учебные схемы прямо в браузере.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Библиотека лежит внутри проекта. Игровые ресурсы не требуют CDN.</a:t>
            </a:r>
          </a:p>
        </p:txBody>
      </p:sp>
    </p:spTree>
    <p:extLst>
      <p:ext uri="{BB962C8B-B14F-4D97-AF65-F5344CB8AC3E}">
        <p14:creationId xmlns:p14="http://schemas.microsoft.com/office/powerpoint/2010/main" val="15506554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CC852-30A1-4385-A29D-0E0CCD91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FC522-2A5D-4BC4-847D-30BDAE3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9E9CF-B6A7-4042-8CCD-51E18B69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Один продукт, четыре слоя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9A5AA-B0ED-4C6F-B6E6-5E2D626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Правила и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25857-F8B8-416F-A1A3-E5E6ED9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content.js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Профессии, вопросы, объяснения и названия оборудования.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engine.js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Этапы, экономика, карьера и ограничения действий.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25A97-54B5-40E7-B1C2-67C4F42E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Интерфейс и сцена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DF0C-76FA-4349-8C2F-C004B3B8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app.js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Экраны, таймеры, сохранения и обратная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scene.js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Учебные схемы, студия, предметы и сотрудники.</a:t>
            </a:r>
          </a:p>
        </p:txBody>
      </p:sp>
    </p:spTree>
    <p:extLst>
      <p:ext uri="{BB962C8B-B14F-4D97-AF65-F5344CB8AC3E}">
        <p14:creationId xmlns:p14="http://schemas.microsoft.com/office/powerpoint/2010/main" val="6596541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F5AA74-3288-4750-971F-13D67A12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0E39A-8EC4-46FC-BE03-180F6E4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DCFB5-27D8-43D7-8A42-C69044E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Правило живёт в логике, а не в кнопке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FDEE0-E7A8-4F09-AD44-A16115A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Нельзя нанять человека</a:t>
            </a:r>
          </a:p>
          <a:p xmlns:a="http://schemas.openxmlformats.org/drawingml/2006/main">
            <a:pPr>
              <a:defRPr sz="247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до выкупа компании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A525A-DE11-46CD-9181-AB3C94E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Интерфейс объясняет ограничение.</a:t>
            </a:r>
          </a:p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Игровой движок проверяет его при действии.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Так один и тот же закон работает при клике и прямом вызове функции в тесте.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53355-0B03-4FD4-82F0-D0C68762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8375"/>
            <a:ext cx="5905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function owner(s) {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  requireStage(s);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  if (!s.company)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    throw Error('Сначала выкупи компанию');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export function hire(s, id) {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  owner(s);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  // Затем: места, деньги и кандидат</a:t>
            </a:r>
          </a:p>
          <a:p xmlns:a="http://schemas.openxmlformats.org/drawingml/2006/main">
            <a:pPr>
              <a:defRPr sz="16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4900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679FF-E096-4A5E-97F6-47A999EB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46545-4F71-4055-A5A4-FA11050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0F7D3-D3DF-4EB5-A54D-CAB6EA4D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Предсказуемые переходы состояния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256A4-59BB-4EBF-9C1B-AE53662B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Награда ровно один раз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B0F1E-6FA4-42F1-B141-D297122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answerTask проверяет taskDone.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Верное решение фиксирует завершение и начисляет награду в одном переходе. Повторная отправка не даёт второй выплаты.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F3766-C738-426D-88D7-500B2310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День после расчёта расходов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D1929-B4EA-4092-856D-E252F42D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endDay сначала проверяет бюджет и списывает расходы.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Только затем меняется день. Если средств мало, игрок видит причину и доступный способ продолжить.</a:t>
            </a:r>
          </a:p>
        </p:txBody>
      </p:sp>
    </p:spTree>
    <p:extLst>
      <p:ext uri="{BB962C8B-B14F-4D97-AF65-F5344CB8AC3E}">
        <p14:creationId xmlns:p14="http://schemas.microsoft.com/office/powerpoint/2010/main" val="13499443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4A0E1-FA69-43F2-B992-53766F92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CFB75-6139-4A61-A2C4-3F9D8A01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6F333-6A89-4AC8-8C52-0EA44CF0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Готовность доказывается прохождением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C34A4-B4D2-4939-AC07-A3EA8AC7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13 автоматических проверок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286F1-89C2-438E-882A-7691A0BE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477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Пять маршрутов пройдены логикой от старта до компании с шестью сотрудниками.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Проверены таймер босса, повторные награды, покупки, владение, зарплаты и сохранения. Ключевые экраны и действия проверены в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779515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0D9AF-2AF0-41F2-A4C9-620235A3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C5866-6905-48DD-AB19-29D20CF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B03029-11E9-42B4-9BE4-077798FE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Понятный путь дальнейшего развития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54521-81A8-4CE0-A0AF-D87E5B69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Уже в прототипе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A7B58-B2D9-4D0B-A56A-8F4C48F4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Пять ролей и профессиональные объяснения.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Босс и продолжительная карьера.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Компания с доходами и зарплатами.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Сохранение и перенос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Все игровые суммы вымышлены.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56E97-3BC4-4B04-91CC-0AC0334F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Следующая проверка идеи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3F82-8775-48A2-B568-5029ED3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Плейтест с подростками.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Сравнение понимания ролей до и после.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Более разнообразные профессиональные задания.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Затем: серверный рейтинг и защита результата от подмены.</a:t>
            </a:r>
          </a:p>
        </p:txBody>
      </p:sp>
    </p:spTree>
    <p:extLst>
      <p:ext uri="{BB962C8B-B14F-4D97-AF65-F5344CB8AC3E}">
        <p14:creationId xmlns:p14="http://schemas.microsoft.com/office/powerpoint/2010/main" val="11223148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FE732-D960-468D-8587-0617D258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078B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5124A-6D70-4AD9-888E-E8688B09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C803C-541D-443F-A028-ACCB032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Роли команды и ориентиры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F52D-8CE8-491D-87CE-AD13377B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Наша работа над продуктом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CD1CC3-08BA-4862-B8E2-E628CB7A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Геймдизайн и образовательный контент.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Программирование и 3D.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Интерфейс и тестирование.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Имена и распределение ролей уточняются. В разработке использован ИИ-помощник.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59E29-5EDC-4D50-911F-28F349F0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9078B7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078B7"/>
                </a:solidFill>
                <a:latin typeface="Arial"/>
                <a:ea typeface="Arial"/>
                <a:cs typeface="Arial"/>
              </a:rPr>
              <a:t>Игровые референсы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D2727-203C-43D3-86F5-1D59CB4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90875"/>
            <a:ext cx="5095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Game Dev Tycoon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Развитие студии и решения в производстве.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Human Resource Machine</a:t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Логические задачи как знакомство с программированием.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33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339"/>
                </a:solidFill>
                <a:latin typeface="Arial"/>
                <a:ea typeface="Arial"/>
                <a:cs typeface="Arial"/>
              </a:rPr>
              <a:t>Графика и код этих игр не копировались.</a:t>
            </a:r>
          </a:p>
        </p:txBody>
      </p:sp>
    </p:spTree>
    <p:extLst>
      <p:ext uri="{BB962C8B-B14F-4D97-AF65-F5344CB8AC3E}">
        <p14:creationId xmlns:p14="http://schemas.microsoft.com/office/powerpoint/2010/main" val="17453511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02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F3D60-10A0-409F-8A64-E5275323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8F667"/>
                </a:solidFill>
                <a:latin typeface="Arial"/>
                <a:ea typeface="Arial"/>
                <a:cs typeface="Arial"/>
              </a:rPr>
              <a:t>DEVLIFE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0FB1C-C90F-4DA7-844F-018EE24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F83A8-ADEF-4553-9979-410860A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Профессия становится</a:t>
            </a:r>
          </a:p>
          <a:p xmlns:a="http://schemas.openxmlformats.org/drawingml/2006/main">
            <a:pPr>
              <a:defRPr sz="45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личной историей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4252B-B6D9-4730-8CD3-722A4BA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defPPr>
            <a:lvl1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1pPr>
            <a:lvl2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2pPr>
            <a:lvl3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3pPr>
            <a:lvl4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4pPr>
            <a:lvl5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5pPr>
            <a:lvl6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6pPr>
            <a:lvl7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7pPr>
            <a:lvl8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8pPr>
            <a:lvl9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Сначала ты решаешь задачу.</a:t>
            </a:r>
          </a:p>
          <a:p xmlns:a="http://schemas.openxmlformats.org/drawingml/2006/main">
            <a:pPr>
              <a:defRPr sz="2925" b="0">
                <a:solidFill>
                  <a:srgbClr val="D8F667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8F667"/>
                </a:solidFill>
                <a:latin typeface="Arial"/>
                <a:ea typeface="Arial"/>
                <a:cs typeface="Arial"/>
              </a:rPr>
              <a:t>Потом отвечаешь за команду.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052DF-3AE0-479C-93B0-D0C87A92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DevLife соединяет знакомство с IT и долгую игровую цель.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Локальное демо: http://localhost:8785</a:t>
            </a:r>
          </a:p>
          <a:p xmlns:a="http://schemas.openxmlformats.org/drawingml/2006/main">
            <a:pPr>
              <a:defRPr sz="1800" b="0">
                <a:solidFill>
                  <a:srgbClr val="F4F5E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4F5EF"/>
                </a:solidFill>
                <a:latin typeface="Arial"/>
                <a:ea typeface="Arial"/>
                <a:cs typeface="Arial"/>
              </a:rPr>
              <a:t>Исходники и презентация доступны в папке проекта.</a:t>
            </a:r>
          </a:p>
        </p:txBody>
      </p:sp>
    </p:spTree>
    <p:extLst>
      <p:ext uri="{BB962C8B-B14F-4D97-AF65-F5344CB8AC3E}">
        <p14:creationId xmlns:p14="http://schemas.microsoft.com/office/powerpoint/2010/main" val="585133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2026-10-24T11:36:14.1920000Z</dcterms:created>
  <dcterms:modified xsi:type="dcterms:W3CDTF">2026-10-24T11:36:14.1920000Z</dcterms:modified>
</coreProperties>
</file>